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938b9056db48fe" /><Relationship Type="http://schemas.openxmlformats.org/officeDocument/2006/relationships/extended-properties" Target="/docProps/app.xml" Id="Rb6036429ef914324" /><Relationship Type="http://schemas.openxmlformats.org/officeDocument/2006/relationships/officeDocument" Target="/ppt/presentation.xml" Id="R463e6f475f774a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be2afba9d0442d"/>
  </p:sldMasterIdLst>
  <p:notesMasterIdLst>
    <p:notesMasterId xmlns:r="http://schemas.openxmlformats.org/officeDocument/2006/relationships" r:id="R9c35295795cb4e22"/>
  </p:notesMasterIdLst>
  <p:sldIdLst>
    <p:sldId xmlns:r="http://schemas.openxmlformats.org/officeDocument/2006/relationships" id="256" r:id="R3fb64ff1d66b4002"/>
    <p:sldId xmlns:r="http://schemas.openxmlformats.org/officeDocument/2006/relationships" id="257" r:id="R3fa547650dd94b9a"/>
    <p:sldId xmlns:r="http://schemas.openxmlformats.org/officeDocument/2006/relationships" id="258" r:id="Rb4e87f10327440f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6d5a5ab29f4235" /><Relationship Type="http://schemas.openxmlformats.org/officeDocument/2006/relationships/slideMaster" Target="/ppt/slideMasters/slideMaster1.xml" Id="R16be2afba9d0442d" /><Relationship Type="http://schemas.openxmlformats.org/officeDocument/2006/relationships/notesMaster" Target="/ppt/notesMasters/notesMaster1.xml" Id="R9c35295795cb4e22" /><Relationship Type="http://schemas.openxmlformats.org/officeDocument/2006/relationships/presProps" Target="/ppt/presProps.xml" Id="Rca00e088a8484583" /><Relationship Type="http://schemas.openxmlformats.org/officeDocument/2006/relationships/tableStyles" Target="/ppt/tableStyles.xml" Id="R9dcd1e54559044af" /><Relationship Type="http://schemas.openxmlformats.org/officeDocument/2006/relationships/slide" Target="/ppt/slides/slide1.xml" Id="R3fb64ff1d66b4002" /><Relationship Type="http://schemas.openxmlformats.org/officeDocument/2006/relationships/slide" Target="/ppt/slides/slide2.xml" Id="R3fa547650dd94b9a" /><Relationship Type="http://schemas.openxmlformats.org/officeDocument/2006/relationships/slide" Target="/ppt/slides/slide3.xml" Id="Rb4e87f10327440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0cf12c8d4343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5e6fa157de4a79" /><Relationship Type="http://schemas.openxmlformats.org/officeDocument/2006/relationships/notesMaster" Target="/ppt/notesMasters/notesMaster1.xml" Id="Rf0a23e75814149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dea94e591e44c5" /><Relationship Type="http://schemas.openxmlformats.org/officeDocument/2006/relationships/notesMaster" Target="/ppt/notesMasters/notesMaster1.xml" Id="R582f4a6483ae40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84dba49aa34bd3" /><Relationship Type="http://schemas.openxmlformats.org/officeDocument/2006/relationships/notesMaster" Target="/ppt/notesMasters/notesMaster1.xml" Id="R4567251bfd1f48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d6370d132441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8f8e972bf24a5c" /><Relationship Type="http://schemas.openxmlformats.org/officeDocument/2006/relationships/slideLayout" Target="/ppt/slideLayouts/slideLayout1.xml" Id="R5af1cf6ef86f42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f1cf6ef86f42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84fbd134a4d13" /><Relationship Type="http://schemas.openxmlformats.org/officeDocument/2006/relationships/notesSlide" Target="/ppt/notesSlides/notesSlide1.xml" Id="R4c173d0aaad44e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41708526d4500" /><Relationship Type="http://schemas.openxmlformats.org/officeDocument/2006/relationships/chart" Target="/ppt/slides/charts/chart1.xml" Id="R8e0ac99ef0354572" /><Relationship Type="http://schemas.openxmlformats.org/officeDocument/2006/relationships/notesSlide" Target="/ppt/notesSlides/notesSlide2.xml" Id="Rc85fc9427c3144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29968a79048f4" /><Relationship Type="http://schemas.openxmlformats.org/officeDocument/2006/relationships/notesSlide" Target="/ppt/notesSlides/notesSlide3.xml" Id="R0da768a55f7e48df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本轮证据量</c:v>
          </c:tx>
          <c:spPr>
            <a:solidFill xmlns:a="http://schemas.openxmlformats.org/drawingml/2006/main">
              <a:schemeClr val="accent1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GitHub</c:v>
              </c:pt>
              <c:pt idx="1">
                <c:v>Reddit</c:v>
              </c:pt>
              <c:pt idx="2">
                <c:v>YouTube</c:v>
              </c:pt>
              <c:pt idx="3">
                <c:v>X</c:v>
              </c:pt>
            </c:strLit>
          </c:cat>
          <c:val>
            <c:numLit>
              <c:formatCode>General</c:formatCode>
              <c:ptCount val="4"/>
              <c:pt idx="0">
                <c:v>4</c:v>
              </c:pt>
              <c:pt idx="1">
                <c:v>6</c:v>
              </c:pt>
              <c:pt idx="2">
                <c:v>3</c:v>
              </c:pt>
              <c:pt idx="3">
                <c:v>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E11E3E30-6A08-4FDC-8BF5-126D4488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SIGNALPROOF PLUGIN TRIAL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151B69F-4DBD-4E8B-902E-946A5FFF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哪些 Codex 插件真的提升个人工作流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9167CF0-15E4-4DFD-AF5B-49BCF7C7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5556C"/>
                </a:solidFill>
              </a:defRPr>
            </a:pPr>
            <a:r>
              <a:rPr sz="1725">
                <a:solidFill>
                  <a:srgbClr val="45556C"/>
                </a:solidFill>
              </a:rPr>
              <a:t>真实试跑结论：强增益、条件增益、环境失败、授权阻塞分开判断。</a:t>
            </a:r>
          </a:p>
        </p:txBody>
      </p:sp>
      <p:sp>
        <p:nvSpPr>
          <p:cNvPr id="4" name="summary-card">
            <a:extLst xmlns:a="http://schemas.openxmlformats.org/drawingml/2006/main">
              <a:ext uri="{FF2B5EF4-FFF2-40B4-BE49-F238E27FC236}">
                <a16:creationId xmlns:a16="http://schemas.microsoft.com/office/drawing/2014/main" id="{CEE0CDAA-26DA-4487-8F84-F2E3C369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43000"/>
            <a:ext cx="2952750" cy="342900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6F3E8D2D-E47E-4BE0-AD7A-87AD50AC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571625"/>
            <a:ext cx="238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强增益</a:t>
            </a:r>
          </a:p>
          <a:p xmlns:a="http://schemas.openxmlformats.org/drawingml/2006/main">
            <a:pPr algn="ctr"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GitHub</a:t>
            </a:r>
          </a:p>
          <a:p xmlns:a="http://schemas.openxmlformats.org/drawingml/2006/main">
            <a:pPr algn="ctr"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Record &amp; Replay</a:t>
            </a:r>
          </a:p>
          <a:p xmlns:a="http://schemas.openxmlformats.org/drawingml/2006/main">
            <a:pPr algn="ctr"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Spreadsheets</a:t>
            </a:r>
          </a:p>
          <a:p xmlns:a="http://schemas.openxmlformats.org/drawingml/2006/main">
            <a:pPr algn="ctr"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3625058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EE65C7B7-3E19-4DF5-BA8B-11DF563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调研类插件：能提速，但要承认来源缺口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9FDCC4F-096A-4B82-89D5-B75C4995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7239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5556C"/>
                </a:solidFill>
              </a:defRPr>
            </a:pPr>
            <a:r>
              <a:rPr sz="1800">
                <a:solidFill>
                  <a:srgbClr val="45556C"/>
                </a:solidFill>
              </a:rPr>
              <a:t>last30days 拉到 GitHub / Reddit / YouTube 证据，但 X 额度耗尽、Reddit public API 403、YouTube 评论 402。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45556C"/>
                </a:solidFill>
              </a:defRPr>
            </a:pPr>
            <a:r>
              <a:rPr sz="1800">
                <a:solidFill>
                  <a:srgbClr val="45556C"/>
                </a:solidFill>
              </a:rPr>
              <a:t>GitHub 和 Hugging Face 公开 API 适合作为默认初筛；Readwise / Scite / Semrush / Similarweb / Brand24 需要 connector 授权后再算真实调用。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8382000" y="1619250"/>
          <a:ext xmlns:a="http://schemas.openxmlformats.org/drawingml/2006/main" cx="28575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0ac99ef0354572"/>
          </a:graphicData>
        </a:graphic>
      </p:graphicFrame>
    </p:spTree>
    <p:extLst>
      <p:ext uri="{BB962C8B-B14F-4D97-AF65-F5344CB8AC3E}">
        <p14:creationId xmlns:p14="http://schemas.microsoft.com/office/powerpoint/2010/main" val="7635512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8E0794A2-C634-48D2-87F0-F2AE04A6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20618"/>
                </a:solidFill>
              </a:defRPr>
            </a:pPr>
            <a:r>
              <a:rPr sz="2625" b="1">
                <a:solidFill>
                  <a:srgbClr val="020618"/>
                </a:solidFill>
              </a:rPr>
              <a:t>默认策略：少数插件常驻，多数按 case 启用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914400" y="1428750"/>
          <a:ext xmlns:a="http://schemas.openxmlformats.org/drawingml/2006/main" cx="103632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3886200"/>
                <a:gridCol w="4857750"/>
              </a:tblGrid>
              <a:tr h="742950">
                <a:tc>
                  <a:txBody>
                    <a:bodyPr/>
                    <a:lstStyle/>
                    <a:p>
                      <a:r>
                        <a:t>阶段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默认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条件启用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t>调研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GitHub, last30days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Readwise, Scite, Semrush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t>验证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脚本自检, Spreadsheets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Browser, Computer Use, Sentry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t>产物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Spreadsheets, Data Viz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DOCX, PDF, PPTX, HyperFrames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t>资产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Record &amp; Replay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Notion, Drive, Mem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9149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2026-06-20T17:21:42.5070000Z</dcterms:created>
  <dcterms:modified xsi:type="dcterms:W3CDTF">2026-06-20T17:21:42.5070000Z</dcterms:modified>
</coreProperties>
</file>